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4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oti Shirisha" userId="6fba7e3120dc50e6" providerId="LiveId" clId="{F6E223BA-3670-4F06-BE61-A7B51ECAF2D5}"/>
    <pc:docChg chg="custSel modSld">
      <pc:chgData name="Regoti Shirisha" userId="6fba7e3120dc50e6" providerId="LiveId" clId="{F6E223BA-3670-4F06-BE61-A7B51ECAF2D5}" dt="2026-07-22T12:15:26.138" v="139" actId="20577"/>
      <pc:docMkLst>
        <pc:docMk/>
      </pc:docMkLst>
      <pc:sldChg chg="modSp mod">
        <pc:chgData name="Regoti Shirisha" userId="6fba7e3120dc50e6" providerId="LiveId" clId="{F6E223BA-3670-4F06-BE61-A7B51ECAF2D5}" dt="2026-07-22T12:15:26.138" v="139" actId="20577"/>
        <pc:sldMkLst>
          <pc:docMk/>
          <pc:sldMk cId="0" sldId="256"/>
        </pc:sldMkLst>
        <pc:spChg chg="mod">
          <ac:chgData name="Regoti Shirisha" userId="6fba7e3120dc50e6" providerId="LiveId" clId="{F6E223BA-3670-4F06-BE61-A7B51ECAF2D5}" dt="2026-07-22T12:15:26.138" v="139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63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88107" y="-991978"/>
            <a:ext cx="15765832" cy="7912359"/>
          </a:xfrm>
          <a:prstGeom prst="rect">
            <a:avLst/>
          </a:prstGeom>
          <a:solidFill>
            <a:srgbClr val="1B3A1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-2060121" y="2794883"/>
            <a:ext cx="5073172" cy="23903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TEAM – D: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FARMVERSE PRECISION AGRICULTURE MANAGEMENT                PLATFORM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Presented by: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Shirisha Regoti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Sangita Das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Roshini Samanta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Rishabh Chowdhury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Pooja Sri</a:t>
            </a:r>
          </a:p>
          <a:p>
            <a:pPr marL="0" indent="0" algn="l">
              <a:buNone/>
            </a:pPr>
            <a:endParaRPr lang="en-US" sz="2400" b="1" dirty="0">
              <a:solidFill>
                <a:srgbClr val="FFFFFF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2060121" y="1129943"/>
            <a:ext cx="2305050" cy="1061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457200" cy="36576"/>
          </a:xfrm>
          <a:prstGeom prst="rect">
            <a:avLst/>
          </a:prstGeom>
          <a:solidFill>
            <a:srgbClr val="D9A441"/>
          </a:solidFill>
          <a:ln/>
        </p:spPr>
      </p:sp>
      <p:pic>
        <p:nvPicPr>
          <p:cNvPr id="19" name="Picture 18" descr="Smart Farming Images – Browse 4,021,035 Stock Photos, Vectors, and Video |  Adobe Stock">
            <a:extLst>
              <a:ext uri="{FF2B5EF4-FFF2-40B4-BE49-F238E27FC236}">
                <a16:creationId xmlns:a16="http://schemas.microsoft.com/office/drawing/2014/main" id="{3636D6BC-4C02-15F0-1FC4-EA38B5C4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565879"/>
            <a:ext cx="8361045" cy="461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farm record-keeping is holding growers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6" name="Image 0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conditions and field/crop metrics aren’t tracked as they change.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17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1" name="Image 1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172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44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paper records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291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 lead to inaccurate, inconsistent farm and crop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6" name="Image 2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434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farms manually is slow and doesn’t grow with the business.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AFAF7"/>
          </a:solidFill>
          <a:ln w="12700">
            <a:solidFill>
              <a:srgbClr val="E5E5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21" name="Image 3" descr="/home/claude/pptx_project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54580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00200" y="5577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monitoring means resource waste and lower crop yield.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_project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692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web-based platform that replaces paper records with real-time digital farm management.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9204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user, farm, and crop records stored securely in one MySQL database.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8229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1051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0" y="20574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Admin, Farm Manager, and Guest/Viewer permission levels.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9204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update, and delete farm and crop records with live status tracking.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458200" y="35661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5F8F3"/>
          </a:solidFill>
          <a:ln w="12700">
            <a:solidFill>
              <a:srgbClr val="E1EA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0" y="4800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view of all farms and crops for fast, informed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power the platform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6" name="Image 0" descr="/home/claude/pptx_project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8" y="23189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1" name="Image 1" descr="/home/claude/pptx_project/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38" y="23189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Module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4632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farms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crop growth status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crops to farms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057400"/>
            <a:ext cx="1005840" cy="1005840"/>
          </a:xfrm>
          <a:prstGeom prst="ellipse">
            <a:avLst/>
          </a:prstGeom>
          <a:solidFill>
            <a:srgbClr val="ECF4E7"/>
          </a:solidFill>
          <a:ln/>
        </p:spPr>
      </p:sp>
      <p:pic>
        <p:nvPicPr>
          <p:cNvPr id="16" name="Image 2" descr="/home/claude/pptx_project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418" y="23189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918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3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84048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farm overview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30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three-tier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51076" y="178308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2025396" y="20345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ect/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591" y="22247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31236" y="1947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031236" y="240487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— dashboards, forms, and role-based views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rot="5400000">
            <a:off x="5957316" y="304495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7"/>
          <p:cNvSpPr/>
          <p:nvPr/>
        </p:nvSpPr>
        <p:spPr>
          <a:xfrm>
            <a:off x="1751076" y="352044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3E7A40"/>
          </a:solidFill>
          <a:ln/>
        </p:spPr>
      </p:sp>
      <p:sp>
        <p:nvSpPr>
          <p:cNvPr id="11" name="Shape 8"/>
          <p:cNvSpPr/>
          <p:nvPr/>
        </p:nvSpPr>
        <p:spPr>
          <a:xfrm>
            <a:off x="2025396" y="37719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project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591" y="39620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1236" y="36850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031236" y="41422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APIs — CRUD services and authentication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57316" y="4782312"/>
            <a:ext cx="274320" cy="384048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2"/>
          <p:cNvSpPr/>
          <p:nvPr/>
        </p:nvSpPr>
        <p:spPr>
          <a:xfrm>
            <a:off x="1751076" y="525780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5A9E5C"/>
          </a:solidFill>
          <a:ln/>
        </p:spPr>
      </p:sp>
      <p:sp>
        <p:nvSpPr>
          <p:cNvPr id="17" name="Shape 13"/>
          <p:cNvSpPr/>
          <p:nvPr/>
        </p:nvSpPr>
        <p:spPr>
          <a:xfrm>
            <a:off x="2025396" y="55092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x_project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591" y="56994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31236" y="5422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031236" y="58795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— Users, Farms, and Crops tables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E2097A-1B11-B0EF-8A88-8B79C59C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4" y="1266628"/>
            <a:ext cx="5655546" cy="4620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97F08-218E-3D0F-B4EF-1AFEBE0B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336" y="1119673"/>
            <a:ext cx="5533052" cy="4842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E3B649-D371-104E-9801-BCFB1336CD0F}"/>
              </a:ext>
            </a:extLst>
          </p:cNvPr>
          <p:cNvSpPr txBox="1"/>
          <p:nvPr/>
        </p:nvSpPr>
        <p:spPr>
          <a:xfrm>
            <a:off x="762778" y="38561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Tech Stack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852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280</Words>
  <Application>Microsoft Office PowerPoint</Application>
  <PresentationFormat>Widescreen</PresentationFormat>
  <Paragraphs>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Regoti Shirisha</cp:lastModifiedBy>
  <cp:revision>2</cp:revision>
  <dcterms:created xsi:type="dcterms:W3CDTF">2026-07-20T15:25:57Z</dcterms:created>
  <dcterms:modified xsi:type="dcterms:W3CDTF">2026-07-22T12:15:32Z</dcterms:modified>
</cp:coreProperties>
</file>