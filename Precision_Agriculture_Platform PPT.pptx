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4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72A584-284C-4100-BFE0-28937135346C}" v="3" dt="2026-07-20T16:58:41.9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3637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488107" y="-991978"/>
            <a:ext cx="15765832" cy="7912359"/>
          </a:xfrm>
          <a:prstGeom prst="rect">
            <a:avLst/>
          </a:prstGeom>
          <a:solidFill>
            <a:srgbClr val="1B3A1D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-2291657" y="1680380"/>
            <a:ext cx="5073172" cy="239039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                 TEAM – D:</a:t>
            </a:r>
          </a:p>
          <a:p>
            <a:pPr marL="0" indent="0" algn="l">
              <a:buNone/>
            </a:pPr>
            <a:endParaRPr lang="en-US" sz="2400" b="1" dirty="0">
              <a:solidFill>
                <a:srgbClr val="FFFFFF"/>
              </a:solidFill>
              <a:latin typeface="Times New Roman" panose="02020603050405020304" pitchFamily="18" charset="0"/>
              <a:ea typeface="Cambria" pitchFamily="34" charset="-122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FARMVERSE PRECISION AGRICULTURE MANAGEMENT                PLATFORM</a:t>
            </a:r>
          </a:p>
        </p:txBody>
      </p:sp>
      <p:sp>
        <p:nvSpPr>
          <p:cNvPr id="6" name="Text 4"/>
          <p:cNvSpPr/>
          <p:nvPr/>
        </p:nvSpPr>
        <p:spPr>
          <a:xfrm>
            <a:off x="-2060121" y="1129943"/>
            <a:ext cx="2305050" cy="10610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572000"/>
            <a:ext cx="457200" cy="36576"/>
          </a:xfrm>
          <a:prstGeom prst="rect">
            <a:avLst/>
          </a:prstGeom>
          <a:solidFill>
            <a:srgbClr val="D9A441"/>
          </a:solidFill>
          <a:ln/>
        </p:spPr>
      </p:sp>
      <p:pic>
        <p:nvPicPr>
          <p:cNvPr id="19" name="Picture 18" descr="Smart Farming Images – Browse 4,021,035 Stock Photos, Vectors, and Video |  Adobe Stock">
            <a:extLst>
              <a:ext uri="{FF2B5EF4-FFF2-40B4-BE49-F238E27FC236}">
                <a16:creationId xmlns:a16="http://schemas.microsoft.com/office/drawing/2014/main" id="{3636D6BC-4C02-15F0-1FC4-EA38B5C4A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0875" y="565879"/>
            <a:ext cx="8361045" cy="46193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530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farm record-keeping is holding growers back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AFAF7"/>
          </a:solidFill>
          <a:ln w="12700">
            <a:solidFill>
              <a:srgbClr val="E5E5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594360" cy="594360"/>
          </a:xfrm>
          <a:prstGeom prst="ellipse">
            <a:avLst/>
          </a:prstGeom>
          <a:solidFill>
            <a:srgbClr val="FDEDEE"/>
          </a:solidFill>
          <a:ln/>
        </p:spPr>
      </p:sp>
      <p:pic>
        <p:nvPicPr>
          <p:cNvPr id="6" name="Image 0" descr="/home/claude/pptx_project/pro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4" y="20290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013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3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visibility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00200" y="214884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conditions and field/crop metrics aren’t tracked as they change.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8346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AFAF7"/>
          </a:solidFill>
          <a:ln w="12700">
            <a:solidFill>
              <a:srgbClr val="E5E5D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3017520"/>
            <a:ext cx="594360" cy="594360"/>
          </a:xfrm>
          <a:prstGeom prst="ellipse">
            <a:avLst/>
          </a:prstGeom>
          <a:solidFill>
            <a:srgbClr val="FDEDEE"/>
          </a:solidFill>
          <a:ln/>
        </p:spPr>
      </p:sp>
      <p:pic>
        <p:nvPicPr>
          <p:cNvPr id="11" name="Image 1" descr="/home/claude/pptx_project/pro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4" y="31720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9443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3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Error-prone paper records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600200" y="329184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logs lead to inaccurate, inconsistent farm and crop data.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AFAF7"/>
          </a:solidFill>
          <a:ln w="12700">
            <a:solidFill>
              <a:srgbClr val="E5E5D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4160520"/>
            <a:ext cx="594360" cy="594360"/>
          </a:xfrm>
          <a:prstGeom prst="ellipse">
            <a:avLst/>
          </a:prstGeom>
          <a:solidFill>
            <a:srgbClr val="FDEDEE"/>
          </a:solidFill>
          <a:ln/>
        </p:spPr>
      </p:sp>
      <p:pic>
        <p:nvPicPr>
          <p:cNvPr id="16" name="Image 2" descr="/home/claude/pptx_project/pro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4" y="431505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0873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3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scale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00200" y="443484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multiple farms manually is slow and doesn’t grow with the business.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51206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AFAF7"/>
          </a:solidFill>
          <a:ln w="12700">
            <a:solidFill>
              <a:srgbClr val="E5E5D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77240" y="5303520"/>
            <a:ext cx="594360" cy="594360"/>
          </a:xfrm>
          <a:prstGeom prst="ellipse">
            <a:avLst/>
          </a:prstGeom>
          <a:solidFill>
            <a:srgbClr val="FDEDEE"/>
          </a:solidFill>
          <a:ln/>
        </p:spPr>
      </p:sp>
      <p:pic>
        <p:nvPicPr>
          <p:cNvPr id="21" name="Image 3" descr="/home/claude/pptx_project/pro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4" y="545805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52303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3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decisions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600200" y="557784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monitoring means resource waste and lower crop yield.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3152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0" descr="/home/claude/pptx_project/s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969264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8745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278892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CE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centralized, web-based platform that replaces paper records with real-time digital farm management.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663440" y="822960"/>
            <a:ext cx="3474720" cy="2423160"/>
          </a:xfrm>
          <a:prstGeom prst="roundRect">
            <a:avLst>
              <a:gd name="adj" fmla="val 3019"/>
            </a:avLst>
          </a:prstGeom>
          <a:solidFill>
            <a:srgbClr val="F5F8F3"/>
          </a:solidFill>
          <a:ln w="12700">
            <a:solidFill>
              <a:srgbClr val="E1EAD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892040" y="10515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97BC62"/>
          </a:solidFill>
          <a:ln/>
        </p:spPr>
      </p:sp>
      <p:sp>
        <p:nvSpPr>
          <p:cNvPr id="9" name="Text 6"/>
          <p:cNvSpPr/>
          <p:nvPr/>
        </p:nvSpPr>
        <p:spPr>
          <a:xfrm>
            <a:off x="4892040" y="1691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3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Data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892040" y="20574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user, farm, and crop records stored securely in one MySQL database.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458200" y="822960"/>
            <a:ext cx="3474720" cy="2423160"/>
          </a:xfrm>
          <a:prstGeom prst="roundRect">
            <a:avLst>
              <a:gd name="adj" fmla="val 3019"/>
            </a:avLst>
          </a:prstGeom>
          <a:solidFill>
            <a:srgbClr val="F5F8F3"/>
          </a:solidFill>
          <a:ln w="12700">
            <a:solidFill>
              <a:srgbClr val="E1EAD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86800" y="10515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97BC62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0" y="1691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3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686800" y="20574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with Admin, Farm Manager, and Guest/Viewer permission levels.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3566160"/>
            <a:ext cx="3474720" cy="2423160"/>
          </a:xfrm>
          <a:prstGeom prst="roundRect">
            <a:avLst>
              <a:gd name="adj" fmla="val 3019"/>
            </a:avLst>
          </a:prstGeom>
          <a:solidFill>
            <a:srgbClr val="F5F8F3"/>
          </a:solidFill>
          <a:ln w="12700">
            <a:solidFill>
              <a:srgbClr val="E1EAD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92040" y="37947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97BC62"/>
          </a:solidFill>
          <a:ln/>
        </p:spPr>
      </p:sp>
      <p:sp>
        <p:nvSpPr>
          <p:cNvPr id="17" name="Text 14"/>
          <p:cNvSpPr/>
          <p:nvPr/>
        </p:nvSpPr>
        <p:spPr>
          <a:xfrm>
            <a:off x="4892040" y="4434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3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&amp; Crop Modules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892040" y="48006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view, update, and delete farm and crop records with live status tracking.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458200" y="3566160"/>
            <a:ext cx="3474720" cy="2423160"/>
          </a:xfrm>
          <a:prstGeom prst="roundRect">
            <a:avLst>
              <a:gd name="adj" fmla="val 3019"/>
            </a:avLst>
          </a:prstGeom>
          <a:solidFill>
            <a:srgbClr val="F5F8F3"/>
          </a:solidFill>
          <a:ln w="12700">
            <a:solidFill>
              <a:srgbClr val="E1EAD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686800" y="37947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97BC62"/>
          </a:solidFill>
          <a:ln/>
        </p:spPr>
      </p:sp>
      <p:sp>
        <p:nvSpPr>
          <p:cNvPr id="21" name="Text 18"/>
          <p:cNvSpPr/>
          <p:nvPr/>
        </p:nvSpPr>
        <p:spPr>
          <a:xfrm>
            <a:off x="8686800" y="4434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3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686800" y="48006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view of all farms and crops for fast, informed decisions.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530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Modules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modules power the platform end to end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05940" y="2057400"/>
            <a:ext cx="1005840" cy="1005840"/>
          </a:xfrm>
          <a:prstGeom prst="ellipse">
            <a:avLst/>
          </a:prstGeom>
          <a:solidFill>
            <a:srgbClr val="ECF4E7"/>
          </a:solidFill>
          <a:ln/>
        </p:spPr>
      </p:sp>
      <p:pic>
        <p:nvPicPr>
          <p:cNvPr id="6" name="Image 0" descr="/home/claude/pptx_project/u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7458" y="2318918"/>
            <a:ext cx="482803" cy="482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2918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53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Module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05840" y="3840480"/>
            <a:ext cx="2606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&amp; login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management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169164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46420" y="2057400"/>
            <a:ext cx="1005840" cy="1005840"/>
          </a:xfrm>
          <a:prstGeom prst="ellipse">
            <a:avLst/>
          </a:prstGeom>
          <a:solidFill>
            <a:srgbClr val="ECF4E7"/>
          </a:solidFill>
          <a:ln/>
        </p:spPr>
      </p:sp>
      <p:pic>
        <p:nvPicPr>
          <p:cNvPr id="11" name="Image 1" descr="/home/claude/pptx_project/seedl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7938" y="2318918"/>
            <a:ext cx="482803" cy="482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2918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53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&amp; Crop Module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846320" y="3840480"/>
            <a:ext cx="2606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edit / delete farms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crop growth status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crops to farms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0" y="169164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486900" y="2057400"/>
            <a:ext cx="1005840" cy="1005840"/>
          </a:xfrm>
          <a:prstGeom prst="ellipse">
            <a:avLst/>
          </a:prstGeom>
          <a:solidFill>
            <a:srgbClr val="ECF4E7"/>
          </a:solidFill>
          <a:ln/>
        </p:spPr>
      </p:sp>
      <p:pic>
        <p:nvPicPr>
          <p:cNvPr id="16" name="Image 2" descr="/home/claude/pptx_project/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8418" y="2318918"/>
            <a:ext cx="482803" cy="482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32918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53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Module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686800" y="3840480"/>
            <a:ext cx="2606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farm overview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status view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monitoring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530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three-tier architecture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751076" y="1783080"/>
            <a:ext cx="8686800" cy="1234440"/>
          </a:xfrm>
          <a:prstGeom prst="roundRect">
            <a:avLst>
              <a:gd name="adj" fmla="val 7407"/>
            </a:avLst>
          </a:prstGeom>
          <a:solidFill>
            <a:srgbClr val="2C5F2D"/>
          </a:solidFill>
          <a:ln/>
        </p:spPr>
      </p:sp>
      <p:sp>
        <p:nvSpPr>
          <p:cNvPr id="5" name="Shape 3"/>
          <p:cNvSpPr/>
          <p:nvPr/>
        </p:nvSpPr>
        <p:spPr>
          <a:xfrm>
            <a:off x="2025396" y="20345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pptx_project/tab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5591" y="222473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031236" y="194767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3031236" y="2404872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frontend — dashboards, forms, and role-based views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 rot="5400000">
            <a:off x="5957316" y="3044952"/>
            <a:ext cx="274320" cy="384048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10" name="Shape 7"/>
          <p:cNvSpPr/>
          <p:nvPr/>
        </p:nvSpPr>
        <p:spPr>
          <a:xfrm>
            <a:off x="1751076" y="3520440"/>
            <a:ext cx="8686800" cy="1234440"/>
          </a:xfrm>
          <a:prstGeom prst="roundRect">
            <a:avLst>
              <a:gd name="adj" fmla="val 7407"/>
            </a:avLst>
          </a:prstGeom>
          <a:solidFill>
            <a:srgbClr val="3E7A40"/>
          </a:solidFill>
          <a:ln/>
        </p:spPr>
      </p:sp>
      <p:sp>
        <p:nvSpPr>
          <p:cNvPr id="11" name="Shape 8"/>
          <p:cNvSpPr/>
          <p:nvPr/>
        </p:nvSpPr>
        <p:spPr>
          <a:xfrm>
            <a:off x="2025396" y="37719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home/claude/pptx_project/lap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5591" y="396209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31236" y="368503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Layer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031236" y="4142232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REST APIs — CRUD services and authentication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 rot="5400000">
            <a:off x="5957316" y="4782312"/>
            <a:ext cx="274320" cy="384048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16" name="Shape 12"/>
          <p:cNvSpPr/>
          <p:nvPr/>
        </p:nvSpPr>
        <p:spPr>
          <a:xfrm>
            <a:off x="1751076" y="5257800"/>
            <a:ext cx="8686800" cy="1234440"/>
          </a:xfrm>
          <a:prstGeom prst="roundRect">
            <a:avLst>
              <a:gd name="adj" fmla="val 7407"/>
            </a:avLst>
          </a:prstGeom>
          <a:solidFill>
            <a:srgbClr val="5A9E5C"/>
          </a:solidFill>
          <a:ln/>
        </p:spPr>
      </p:sp>
      <p:sp>
        <p:nvSpPr>
          <p:cNvPr id="17" name="Shape 13"/>
          <p:cNvSpPr/>
          <p:nvPr/>
        </p:nvSpPr>
        <p:spPr>
          <a:xfrm>
            <a:off x="2025396" y="55092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/home/claude/pptx_project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5591" y="5699455"/>
            <a:ext cx="351130" cy="35113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031236" y="542239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3031236" y="5879592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 — Users, Farms, and Crops tables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6E2097A-1B11-B0EF-8A88-8B79C59C2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454" y="1266628"/>
            <a:ext cx="5655546" cy="46209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397F08-218E-3D0F-B4EF-1AFEBE0BE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0336" y="1119673"/>
            <a:ext cx="5533052" cy="484258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1E3B649-D371-104E-9801-BCFB1336CD0F}"/>
              </a:ext>
            </a:extLst>
          </p:cNvPr>
          <p:cNvSpPr txBox="1"/>
          <p:nvPr/>
        </p:nvSpPr>
        <p:spPr>
          <a:xfrm>
            <a:off x="762778" y="385610"/>
            <a:ext cx="609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&amp; Tech Stack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185257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267</Words>
  <Application>Microsoft Office PowerPoint</Application>
  <PresentationFormat>Widescreen</PresentationFormat>
  <Paragraphs>51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Regoti Shirisha</cp:lastModifiedBy>
  <cp:revision>2</cp:revision>
  <dcterms:created xsi:type="dcterms:W3CDTF">2026-07-20T15:25:57Z</dcterms:created>
  <dcterms:modified xsi:type="dcterms:W3CDTF">2026-07-20T17:14:15Z</dcterms:modified>
</cp:coreProperties>
</file>